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Obstacle </a:t>
            </a:r>
            <a:r>
              <a:rPr lang="fr-FR" dirty="0" err="1"/>
              <a:t>Avoidance</a:t>
            </a:r>
            <a:r>
              <a:rPr lang="fr-FR" dirty="0"/>
              <a:t> and </a:t>
            </a:r>
            <a:r>
              <a:rPr lang="fr-FR" dirty="0" err="1"/>
              <a:t>Autonomous</a:t>
            </a:r>
            <a:r>
              <a:rPr lang="fr-FR" dirty="0"/>
              <a:t> Navigation</a:t>
            </a:r>
            <a:r>
              <a:rPr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5195" y="1192192"/>
            <a:ext cx="8843058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600"/>
              </a:spcAft>
              <a:defRPr sz="1400">
                <a:latin typeface="Calibri"/>
              </a:defRPr>
            </a:pPr>
            <a:r>
              <a:rPr sz="2000" dirty="0"/>
              <a:t> </a:t>
            </a:r>
            <a:r>
              <a:rPr sz="2000" b="1" dirty="0"/>
              <a:t>Project Title:</a:t>
            </a:r>
            <a:br>
              <a:rPr sz="2000" dirty="0"/>
            </a:br>
            <a:r>
              <a:rPr sz="2000" dirty="0"/>
              <a:t>AI-Based Obstacle Avoidance and Autonomous Navigation in </a:t>
            </a:r>
            <a:r>
              <a:rPr sz="2000" dirty="0" err="1"/>
              <a:t>Webots</a:t>
            </a:r>
            <a:r>
              <a:rPr sz="2000" dirty="0"/>
              <a:t> Simulation</a:t>
            </a:r>
          </a:p>
          <a:p>
            <a:pPr>
              <a:spcAft>
                <a:spcPts val="600"/>
              </a:spcAft>
              <a:defRPr sz="1400">
                <a:latin typeface="Calibri"/>
              </a:defRPr>
            </a:pPr>
            <a:r>
              <a:rPr sz="2000" b="1" dirty="0"/>
              <a:t>Team Members:</a:t>
            </a:r>
            <a:br>
              <a:rPr sz="2000" dirty="0"/>
            </a:br>
            <a:r>
              <a:rPr sz="2000" dirty="0"/>
              <a:t>- </a:t>
            </a:r>
            <a:r>
              <a:rPr sz="2000" dirty="0" err="1"/>
              <a:t>B</a:t>
            </a:r>
            <a:r>
              <a:rPr lang="en-US" sz="2000" dirty="0" err="1"/>
              <a:t>.</a:t>
            </a:r>
            <a:r>
              <a:rPr sz="2000" dirty="0" err="1"/>
              <a:t>Guru</a:t>
            </a:r>
            <a:r>
              <a:rPr sz="2000" dirty="0"/>
              <a:t> Sai Prasad Reddy</a:t>
            </a:r>
            <a:br>
              <a:rPr sz="2000" dirty="0"/>
            </a:br>
            <a:r>
              <a:rPr sz="2000" dirty="0"/>
              <a:t>- </a:t>
            </a:r>
            <a:r>
              <a:rPr lang="en-US" sz="2000" dirty="0"/>
              <a:t>K.G.S.S.SIDDHARTHA</a:t>
            </a:r>
            <a:endParaRPr sz="2000" dirty="0"/>
          </a:p>
          <a:p>
            <a:pPr>
              <a:spcAft>
                <a:spcPts val="600"/>
              </a:spcAft>
              <a:defRPr sz="1400">
                <a:latin typeface="Calibri"/>
              </a:defRPr>
            </a:pPr>
            <a:r>
              <a:rPr sz="2000" dirty="0"/>
              <a:t> </a:t>
            </a:r>
            <a:r>
              <a:rPr sz="2000" b="1" dirty="0"/>
              <a:t>Problem Statement:</a:t>
            </a:r>
            <a:br>
              <a:rPr sz="2000" dirty="0"/>
            </a:br>
            <a:r>
              <a:rPr sz="2000" dirty="0"/>
              <a:t>Mobile robots operating in dynamic environments face challenges in avoiding obstacles and planning optimal paths in real-time. These issues lead to frequent collisions, inefficient navigation, and failure to reach target locations, especially in unknown or changing environments.</a:t>
            </a:r>
          </a:p>
          <a:p>
            <a:pPr>
              <a:spcAft>
                <a:spcPts val="600"/>
              </a:spcAft>
              <a:defRPr sz="1400">
                <a:latin typeface="Calibri"/>
              </a:defRPr>
            </a:pPr>
            <a:r>
              <a:rPr sz="2000" b="1" dirty="0"/>
              <a:t>Objective:</a:t>
            </a:r>
            <a:br>
              <a:rPr sz="2000" dirty="0"/>
            </a:br>
            <a:r>
              <a:rPr sz="2000" dirty="0"/>
              <a:t>To design and implement an AI-powered mobile robot using the </a:t>
            </a:r>
            <a:r>
              <a:rPr sz="2000" dirty="0" err="1"/>
              <a:t>Webots</a:t>
            </a:r>
            <a:r>
              <a:rPr sz="2000" dirty="0"/>
              <a:t> simulation platform that can:</a:t>
            </a:r>
            <a:br>
              <a:rPr sz="2000" dirty="0"/>
            </a:br>
            <a:r>
              <a:rPr sz="2000" dirty="0"/>
              <a:t>- Detect and avoid obstacles intelligently</a:t>
            </a:r>
            <a:br>
              <a:rPr sz="2000" dirty="0"/>
            </a:br>
            <a:r>
              <a:rPr sz="2000" dirty="0"/>
              <a:t>- Plan and follow an efficient path to a specified destination</a:t>
            </a:r>
            <a:br>
              <a:rPr sz="2000" dirty="0"/>
            </a:br>
            <a:r>
              <a:rPr sz="2000" dirty="0"/>
              <a:t>- Adapt to dynamic environments using real-time sensor data and AI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3F119-877A-2372-43F6-AE21C51F2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  <a:defRPr sz="1400">
                <a:latin typeface="Calibri"/>
              </a:defRPr>
            </a:pPr>
            <a:r>
              <a:rPr lang="en-IN" sz="2000" b="1" dirty="0"/>
              <a:t>Robotics Scope (via </a:t>
            </a:r>
            <a:r>
              <a:rPr lang="en-IN" sz="2000" b="1" dirty="0" err="1"/>
              <a:t>Webots</a:t>
            </a:r>
            <a:r>
              <a:rPr lang="en-IN" sz="2000" b="1" dirty="0"/>
              <a:t>):</a:t>
            </a:r>
            <a:r>
              <a:rPr lang="en-IN" sz="2000" dirty="0"/>
              <a:t>- Mobile robot design and simulation</a:t>
            </a:r>
            <a:br>
              <a:rPr lang="en-IN" sz="2000" dirty="0"/>
            </a:br>
            <a:r>
              <a:rPr lang="en-IN" sz="2000" dirty="0"/>
              <a:t>- Integration of sensors (Camera, Lidar, IR, Ultrasonic)</a:t>
            </a:r>
            <a:br>
              <a:rPr lang="en-IN" sz="2000" dirty="0"/>
            </a:br>
            <a:r>
              <a:rPr lang="en-IN" sz="2000" dirty="0"/>
              <a:t>- Real-time motion control and environment response</a:t>
            </a:r>
            <a:br>
              <a:rPr lang="en-IN" sz="2000" dirty="0"/>
            </a:br>
            <a:br>
              <a:rPr lang="en-IN" sz="2000" dirty="0"/>
            </a:br>
            <a:r>
              <a:rPr lang="en-IN" sz="2000" b="1" dirty="0"/>
              <a:t>AI Integration:</a:t>
            </a:r>
            <a:br>
              <a:rPr lang="en-IN" sz="2000" dirty="0"/>
            </a:br>
            <a:r>
              <a:rPr lang="en-IN" sz="2000" dirty="0"/>
              <a:t>- Obstacle recognition using computer vision/ML</a:t>
            </a:r>
            <a:br>
              <a:rPr lang="en-IN" sz="2000" dirty="0"/>
            </a:br>
            <a:r>
              <a:rPr lang="en-IN" sz="2000" dirty="0"/>
              <a:t>- Path planning algorithms like A*, D*, or Reinforcement Learning</a:t>
            </a:r>
            <a:br>
              <a:rPr lang="en-IN" sz="2000" dirty="0"/>
            </a:br>
            <a:r>
              <a:rPr lang="en-IN" sz="2000" dirty="0"/>
              <a:t>- Adaptive navigation using continuous feedback from the environment</a:t>
            </a:r>
            <a:br>
              <a:rPr lang="en-IN" sz="2000" dirty="0"/>
            </a:br>
            <a:br>
              <a:rPr lang="en-IN" sz="2000" dirty="0"/>
            </a:br>
            <a:r>
              <a:rPr lang="en-IN" sz="2000" b="1" dirty="0"/>
              <a:t> Applications:</a:t>
            </a:r>
            <a:br>
              <a:rPr lang="en-IN" sz="2000" dirty="0"/>
            </a:br>
            <a:r>
              <a:rPr lang="en-IN" sz="2000" dirty="0"/>
              <a:t>- Smart indoor delivery systems</a:t>
            </a:r>
            <a:br>
              <a:rPr lang="en-IN" sz="2000" dirty="0"/>
            </a:br>
            <a:r>
              <a:rPr lang="en-IN" sz="2000" dirty="0"/>
              <a:t>- Automated warehouse robots</a:t>
            </a:r>
            <a:br>
              <a:rPr lang="en-IN" sz="2000" dirty="0"/>
            </a:br>
            <a:r>
              <a:rPr lang="en-IN" sz="2000" dirty="0"/>
              <a:t>- Search and rescue operations</a:t>
            </a:r>
            <a:br>
              <a:rPr lang="en-IN" sz="2000" dirty="0"/>
            </a:br>
            <a:r>
              <a:rPr lang="en-IN" sz="2000" dirty="0"/>
              <a:t>- Campus/hospital guide robots</a:t>
            </a:r>
            <a:br>
              <a:rPr lang="en-IN" sz="2000" dirty="0"/>
            </a:br>
            <a:r>
              <a:rPr lang="en-IN" sz="2000" dirty="0"/>
              <a:t> </a:t>
            </a:r>
            <a:br>
              <a:rPr lang="en-IN" sz="2000" dirty="0"/>
            </a:br>
            <a:r>
              <a:rPr lang="en-IN" sz="2000" b="1" dirty="0"/>
              <a:t>Tools &amp; Technologies:</a:t>
            </a:r>
            <a:br>
              <a:rPr lang="en-IN" sz="2000" b="1" dirty="0"/>
            </a:br>
            <a:r>
              <a:rPr lang="en-IN" sz="2000" dirty="0"/>
              <a:t>- </a:t>
            </a:r>
            <a:r>
              <a:rPr lang="en-IN" sz="2000" dirty="0" err="1"/>
              <a:t>Webots</a:t>
            </a:r>
            <a:r>
              <a:rPr lang="en-IN" sz="2000" dirty="0"/>
              <a:t> (Robot Simulation Environment)</a:t>
            </a:r>
            <a:br>
              <a:rPr lang="en-IN" sz="2000" dirty="0"/>
            </a:br>
            <a:r>
              <a:rPr lang="en-IN" sz="2000" dirty="0"/>
              <a:t>- Python/C++ for control logic and AI integration</a:t>
            </a:r>
            <a:br>
              <a:rPr lang="en-IN" sz="2000" dirty="0"/>
            </a:br>
            <a:r>
              <a:rPr lang="en-IN" sz="2000" dirty="0"/>
              <a:t>- Machine learning models for vision and decision making</a:t>
            </a:r>
            <a:br>
              <a:rPr lang="en-IN" sz="2000" dirty="0"/>
            </a:br>
            <a:r>
              <a:rPr lang="en-IN" sz="2000" dirty="0"/>
              <a:t>- Simulated sensors (camera, lidar, IR, ultrasonic)</a:t>
            </a: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8555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289</Words>
  <Application>Microsoft Office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Obstacle Avoidance and Autonomous Navigation </vt:lpstr>
      <vt:lpstr>Robotics Scope (via Webots):- Mobile robot design and simulation - Integration of sensors (Camera, Lidar, IR, Ultrasonic) - Real-time motion control and environment response  AI Integration: - Obstacle recognition using computer vision/ML - Path planning algorithms like A*, D*, or Reinforcement Learning - Adaptive navigation using continuous feedback from the environment   Applications: - Smart indoor delivery systems - Automated warehouse robots - Search and rescue operations - Campus/hospital guide robots   Tools &amp; Technologies: - Webots (Robot Simulation Environment) - Python/C++ for control logic and AI integration - Machine learning models for vision and decision making - Simulated sensors (camera, lidar, IR, ultrasonic)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GURU SAI PRASAD REDDY</cp:lastModifiedBy>
  <cp:revision>3</cp:revision>
  <dcterms:created xsi:type="dcterms:W3CDTF">2013-01-27T09:14:16Z</dcterms:created>
  <dcterms:modified xsi:type="dcterms:W3CDTF">2025-08-04T05:03:14Z</dcterms:modified>
  <cp:category/>
</cp:coreProperties>
</file>